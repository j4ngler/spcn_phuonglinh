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B0B03-22AC-4F4D-8147-E85CF895204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BC9F72-E87A-47DC-AD01-EA74049C9225}">
      <dgm:prSet/>
      <dgm:spPr/>
      <dgm:t>
        <a:bodyPr/>
        <a:lstStyle/>
        <a:p>
          <a:r>
            <a:rPr lang="en-US"/>
            <a:t>Điểm 0–100 dựa trên dữ liệu</a:t>
          </a:r>
        </a:p>
      </dgm:t>
    </dgm:pt>
    <dgm:pt modelId="{EC784C66-556F-481F-8089-4338C9257A7B}" type="parTrans" cxnId="{A61F912E-B4DD-40D9-8770-CC06D100F28F}">
      <dgm:prSet/>
      <dgm:spPr/>
      <dgm:t>
        <a:bodyPr/>
        <a:lstStyle/>
        <a:p>
          <a:endParaRPr lang="en-US"/>
        </a:p>
      </dgm:t>
    </dgm:pt>
    <dgm:pt modelId="{397A94C6-FC6A-40B9-9142-5CCA0E04AA5E}" type="sibTrans" cxnId="{A61F912E-B4DD-40D9-8770-CC06D100F28F}">
      <dgm:prSet/>
      <dgm:spPr/>
      <dgm:t>
        <a:bodyPr/>
        <a:lstStyle/>
        <a:p>
          <a:endParaRPr lang="en-US"/>
        </a:p>
      </dgm:t>
    </dgm:pt>
    <dgm:pt modelId="{E5025B8A-77FE-4E07-B749-38552FA4527F}">
      <dgm:prSet/>
      <dgm:spPr/>
      <dgm:t>
        <a:bodyPr/>
        <a:lstStyle/>
        <a:p>
          <a:r>
            <a:rPr lang="en-US"/>
            <a:t>Đánh giá điểm mạnh/yếu</a:t>
          </a:r>
        </a:p>
      </dgm:t>
    </dgm:pt>
    <dgm:pt modelId="{4C25EFD8-B194-43F6-9EA0-B5FC8F887C8D}" type="parTrans" cxnId="{A84F9F53-78D9-4A4D-9631-2F3B10B9001A}">
      <dgm:prSet/>
      <dgm:spPr/>
      <dgm:t>
        <a:bodyPr/>
        <a:lstStyle/>
        <a:p>
          <a:endParaRPr lang="en-US"/>
        </a:p>
      </dgm:t>
    </dgm:pt>
    <dgm:pt modelId="{9FD962A2-4F04-4BBA-8CDC-3A0A07F48D73}" type="sibTrans" cxnId="{A84F9F53-78D9-4A4D-9631-2F3B10B9001A}">
      <dgm:prSet/>
      <dgm:spPr/>
      <dgm:t>
        <a:bodyPr/>
        <a:lstStyle/>
        <a:p>
          <a:endParaRPr lang="en-US"/>
        </a:p>
      </dgm:t>
    </dgm:pt>
    <dgm:pt modelId="{E06382B9-C564-481C-9ECD-53A77DE69F67}">
      <dgm:prSet/>
      <dgm:spPr/>
      <dgm:t>
        <a:bodyPr/>
        <a:lstStyle/>
        <a:p>
          <a:r>
            <a:rPr lang="en-US"/>
            <a:t>Giúp định hướng lộ trình học</a:t>
          </a:r>
        </a:p>
      </dgm:t>
    </dgm:pt>
    <dgm:pt modelId="{8F16764E-699B-40C6-90CA-1459975872D3}" type="parTrans" cxnId="{FBC13B64-D12F-446C-BAC2-EFB36EE39C90}">
      <dgm:prSet/>
      <dgm:spPr/>
      <dgm:t>
        <a:bodyPr/>
        <a:lstStyle/>
        <a:p>
          <a:endParaRPr lang="en-US"/>
        </a:p>
      </dgm:t>
    </dgm:pt>
    <dgm:pt modelId="{8EF93D6A-71CD-4DFC-B042-A7863918065C}" type="sibTrans" cxnId="{FBC13B64-D12F-446C-BAC2-EFB36EE39C90}">
      <dgm:prSet/>
      <dgm:spPr/>
      <dgm:t>
        <a:bodyPr/>
        <a:lstStyle/>
        <a:p>
          <a:endParaRPr lang="en-US"/>
        </a:p>
      </dgm:t>
    </dgm:pt>
    <dgm:pt modelId="{75FF66A2-079F-4390-B827-221C944A6B0D}" type="pres">
      <dgm:prSet presAssocID="{129B0B03-22AC-4F4D-8147-E85CF8952040}" presName="linear" presStyleCnt="0">
        <dgm:presLayoutVars>
          <dgm:animLvl val="lvl"/>
          <dgm:resizeHandles val="exact"/>
        </dgm:presLayoutVars>
      </dgm:prSet>
      <dgm:spPr/>
    </dgm:pt>
    <dgm:pt modelId="{02E043C6-9F95-40A2-9B82-EC28D44D7ABF}" type="pres">
      <dgm:prSet presAssocID="{0ABC9F72-E87A-47DC-AD01-EA74049C922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C06067-0B68-446F-AAE2-DAE27B3671E7}" type="pres">
      <dgm:prSet presAssocID="{397A94C6-FC6A-40B9-9142-5CCA0E04AA5E}" presName="spacer" presStyleCnt="0"/>
      <dgm:spPr/>
    </dgm:pt>
    <dgm:pt modelId="{FB1349DC-DB18-4F1A-B38F-D2A12D9A15D0}" type="pres">
      <dgm:prSet presAssocID="{E5025B8A-77FE-4E07-B749-38552FA452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FE33A5-A7F9-4CF8-9580-7D069E80C343}" type="pres">
      <dgm:prSet presAssocID="{9FD962A2-4F04-4BBA-8CDC-3A0A07F48D73}" presName="spacer" presStyleCnt="0"/>
      <dgm:spPr/>
    </dgm:pt>
    <dgm:pt modelId="{A43A39D0-DCF9-4ED9-9039-EFE60E43D80F}" type="pres">
      <dgm:prSet presAssocID="{E06382B9-C564-481C-9ECD-53A77DE69F6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622C602-61D9-4D26-BDAC-F90C76D7A1B3}" type="presOf" srcId="{E5025B8A-77FE-4E07-B749-38552FA4527F}" destId="{FB1349DC-DB18-4F1A-B38F-D2A12D9A15D0}" srcOrd="0" destOrd="0" presId="urn:microsoft.com/office/officeart/2005/8/layout/vList2"/>
    <dgm:cxn modelId="{A61F912E-B4DD-40D9-8770-CC06D100F28F}" srcId="{129B0B03-22AC-4F4D-8147-E85CF8952040}" destId="{0ABC9F72-E87A-47DC-AD01-EA74049C9225}" srcOrd="0" destOrd="0" parTransId="{EC784C66-556F-481F-8089-4338C9257A7B}" sibTransId="{397A94C6-FC6A-40B9-9142-5CCA0E04AA5E}"/>
    <dgm:cxn modelId="{FBC13B64-D12F-446C-BAC2-EFB36EE39C90}" srcId="{129B0B03-22AC-4F4D-8147-E85CF8952040}" destId="{E06382B9-C564-481C-9ECD-53A77DE69F67}" srcOrd="2" destOrd="0" parTransId="{8F16764E-699B-40C6-90CA-1459975872D3}" sibTransId="{8EF93D6A-71CD-4DFC-B042-A7863918065C}"/>
    <dgm:cxn modelId="{A84F9F53-78D9-4A4D-9631-2F3B10B9001A}" srcId="{129B0B03-22AC-4F4D-8147-E85CF8952040}" destId="{E5025B8A-77FE-4E07-B749-38552FA4527F}" srcOrd="1" destOrd="0" parTransId="{4C25EFD8-B194-43F6-9EA0-B5FC8F887C8D}" sibTransId="{9FD962A2-4F04-4BBA-8CDC-3A0A07F48D73}"/>
    <dgm:cxn modelId="{63F1F9D5-E280-41FC-9F98-4153849DB948}" type="presOf" srcId="{129B0B03-22AC-4F4D-8147-E85CF8952040}" destId="{75FF66A2-079F-4390-B827-221C944A6B0D}" srcOrd="0" destOrd="0" presId="urn:microsoft.com/office/officeart/2005/8/layout/vList2"/>
    <dgm:cxn modelId="{0BE741EA-D748-44D2-851E-8BB84380FA4A}" type="presOf" srcId="{E06382B9-C564-481C-9ECD-53A77DE69F67}" destId="{A43A39D0-DCF9-4ED9-9039-EFE60E43D80F}" srcOrd="0" destOrd="0" presId="urn:microsoft.com/office/officeart/2005/8/layout/vList2"/>
    <dgm:cxn modelId="{D56F85F5-EC47-4584-9542-CD983675C3FB}" type="presOf" srcId="{0ABC9F72-E87A-47DC-AD01-EA74049C9225}" destId="{02E043C6-9F95-40A2-9B82-EC28D44D7ABF}" srcOrd="0" destOrd="0" presId="urn:microsoft.com/office/officeart/2005/8/layout/vList2"/>
    <dgm:cxn modelId="{324F6251-843F-431E-956E-6B0779FB4346}" type="presParOf" srcId="{75FF66A2-079F-4390-B827-221C944A6B0D}" destId="{02E043C6-9F95-40A2-9B82-EC28D44D7ABF}" srcOrd="0" destOrd="0" presId="urn:microsoft.com/office/officeart/2005/8/layout/vList2"/>
    <dgm:cxn modelId="{C6876ED0-D0E8-4CD3-90C6-9C42F6345461}" type="presParOf" srcId="{75FF66A2-079F-4390-B827-221C944A6B0D}" destId="{B7C06067-0B68-446F-AAE2-DAE27B3671E7}" srcOrd="1" destOrd="0" presId="urn:microsoft.com/office/officeart/2005/8/layout/vList2"/>
    <dgm:cxn modelId="{D8507D57-A11B-4603-8277-2966EF9512C3}" type="presParOf" srcId="{75FF66A2-079F-4390-B827-221C944A6B0D}" destId="{FB1349DC-DB18-4F1A-B38F-D2A12D9A15D0}" srcOrd="2" destOrd="0" presId="urn:microsoft.com/office/officeart/2005/8/layout/vList2"/>
    <dgm:cxn modelId="{CCDE7A77-E4B9-4FA1-9E9B-1C667DD6E5B6}" type="presParOf" srcId="{75FF66A2-079F-4390-B827-221C944A6B0D}" destId="{68FE33A5-A7F9-4CF8-9580-7D069E80C343}" srcOrd="3" destOrd="0" presId="urn:microsoft.com/office/officeart/2005/8/layout/vList2"/>
    <dgm:cxn modelId="{4DCFE94C-99E7-4D82-91FF-5D032291BD78}" type="presParOf" srcId="{75FF66A2-079F-4390-B827-221C944A6B0D}" destId="{A43A39D0-DCF9-4ED9-9039-EFE60E43D80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B27F42-2351-4F66-B9C4-73AC03F68E2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E4C17B-DC08-4B8F-971D-5F6707D097EA}">
      <dgm:prSet/>
      <dgm:spPr/>
      <dgm:t>
        <a:bodyPr/>
        <a:lstStyle/>
        <a:p>
          <a:r>
            <a:rPr lang="en-US"/>
            <a:t>Python 3.12</a:t>
          </a:r>
        </a:p>
      </dgm:t>
    </dgm:pt>
    <dgm:pt modelId="{5B1DE234-5310-4340-AC99-A8ECEF057F47}" type="parTrans" cxnId="{C228D22B-F6DF-4F61-8451-FDF408F506D2}">
      <dgm:prSet/>
      <dgm:spPr/>
      <dgm:t>
        <a:bodyPr/>
        <a:lstStyle/>
        <a:p>
          <a:endParaRPr lang="en-US"/>
        </a:p>
      </dgm:t>
    </dgm:pt>
    <dgm:pt modelId="{7209D840-EFEE-4246-A4E8-93472291AE5C}" type="sibTrans" cxnId="{C228D22B-F6DF-4F61-8451-FDF408F506D2}">
      <dgm:prSet/>
      <dgm:spPr/>
      <dgm:t>
        <a:bodyPr/>
        <a:lstStyle/>
        <a:p>
          <a:endParaRPr lang="en-US"/>
        </a:p>
      </dgm:t>
    </dgm:pt>
    <dgm:pt modelId="{D8BD970C-3AE9-4B98-B69B-AED7B1527AB9}">
      <dgm:prSet/>
      <dgm:spPr/>
      <dgm:t>
        <a:bodyPr/>
        <a:lstStyle/>
        <a:p>
          <a:r>
            <a:rPr lang="en-US"/>
            <a:t>VS Code + Extensions</a:t>
          </a:r>
        </a:p>
      </dgm:t>
    </dgm:pt>
    <dgm:pt modelId="{FC82DC92-29C8-447A-8E76-FEE2EAA6C8B0}" type="parTrans" cxnId="{33F57126-2980-47A5-9E2B-749053F5B269}">
      <dgm:prSet/>
      <dgm:spPr/>
      <dgm:t>
        <a:bodyPr/>
        <a:lstStyle/>
        <a:p>
          <a:endParaRPr lang="en-US"/>
        </a:p>
      </dgm:t>
    </dgm:pt>
    <dgm:pt modelId="{3E1A6410-3E03-46B1-A415-6745F58007E9}" type="sibTrans" cxnId="{33F57126-2980-47A5-9E2B-749053F5B269}">
      <dgm:prSet/>
      <dgm:spPr/>
      <dgm:t>
        <a:bodyPr/>
        <a:lstStyle/>
        <a:p>
          <a:endParaRPr lang="en-US"/>
        </a:p>
      </dgm:t>
    </dgm:pt>
    <dgm:pt modelId="{42BFA5DD-2722-46BE-A327-FE8A6BB97269}">
      <dgm:prSet/>
      <dgm:spPr/>
      <dgm:t>
        <a:bodyPr/>
        <a:lstStyle/>
        <a:p>
          <a:r>
            <a:rPr lang="en-US"/>
            <a:t>requirements.txt</a:t>
          </a:r>
        </a:p>
      </dgm:t>
    </dgm:pt>
    <dgm:pt modelId="{C1FC93C9-F288-420F-B0CE-D5302A72EC0D}" type="parTrans" cxnId="{8545EACD-CCBC-46AA-A402-E5730591DBAE}">
      <dgm:prSet/>
      <dgm:spPr/>
      <dgm:t>
        <a:bodyPr/>
        <a:lstStyle/>
        <a:p>
          <a:endParaRPr lang="en-US"/>
        </a:p>
      </dgm:t>
    </dgm:pt>
    <dgm:pt modelId="{344044F1-B6DA-407F-89E0-FE300ECE122A}" type="sibTrans" cxnId="{8545EACD-CCBC-46AA-A402-E5730591DBAE}">
      <dgm:prSet/>
      <dgm:spPr/>
      <dgm:t>
        <a:bodyPr/>
        <a:lstStyle/>
        <a:p>
          <a:endParaRPr lang="en-US"/>
        </a:p>
      </dgm:t>
    </dgm:pt>
    <dgm:pt modelId="{A8BB2ADD-8612-4DA0-B877-A0D7BC0E8376}">
      <dgm:prSet/>
      <dgm:spPr/>
      <dgm:t>
        <a:bodyPr/>
        <a:lstStyle/>
        <a:p>
          <a:r>
            <a:rPr lang="en-US"/>
            <a:t>GitHub</a:t>
          </a:r>
        </a:p>
      </dgm:t>
    </dgm:pt>
    <dgm:pt modelId="{C9542C14-E3FE-4D9C-9F89-07DB6D811742}" type="parTrans" cxnId="{85BCFAA9-147E-4987-9C09-839F9C48EC75}">
      <dgm:prSet/>
      <dgm:spPr/>
      <dgm:t>
        <a:bodyPr/>
        <a:lstStyle/>
        <a:p>
          <a:endParaRPr lang="en-US"/>
        </a:p>
      </dgm:t>
    </dgm:pt>
    <dgm:pt modelId="{1E592F91-522C-4AA3-AE3C-2C6EAD42626D}" type="sibTrans" cxnId="{85BCFAA9-147E-4987-9C09-839F9C48EC75}">
      <dgm:prSet/>
      <dgm:spPr/>
      <dgm:t>
        <a:bodyPr/>
        <a:lstStyle/>
        <a:p>
          <a:endParaRPr lang="en-US"/>
        </a:p>
      </dgm:t>
    </dgm:pt>
    <dgm:pt modelId="{5C20AD9C-88D6-4605-80D3-F3EA96EA4635}" type="pres">
      <dgm:prSet presAssocID="{C4B27F42-2351-4F66-B9C4-73AC03F68E27}" presName="linear" presStyleCnt="0">
        <dgm:presLayoutVars>
          <dgm:animLvl val="lvl"/>
          <dgm:resizeHandles val="exact"/>
        </dgm:presLayoutVars>
      </dgm:prSet>
      <dgm:spPr/>
    </dgm:pt>
    <dgm:pt modelId="{9F099F7D-3DE7-48F9-A2C9-7F8C94723DFE}" type="pres">
      <dgm:prSet presAssocID="{DFE4C17B-DC08-4B8F-971D-5F6707D097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055FA4-0805-414A-8CE9-A9EDA5D2C626}" type="pres">
      <dgm:prSet presAssocID="{7209D840-EFEE-4246-A4E8-93472291AE5C}" presName="spacer" presStyleCnt="0"/>
      <dgm:spPr/>
    </dgm:pt>
    <dgm:pt modelId="{4B70AEFF-D3AF-4048-97DB-D284AE3B5D45}" type="pres">
      <dgm:prSet presAssocID="{D8BD970C-3AE9-4B98-B69B-AED7B1527A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7AE1D1-8D50-4D1F-906E-14B7508505F5}" type="pres">
      <dgm:prSet presAssocID="{3E1A6410-3E03-46B1-A415-6745F58007E9}" presName="spacer" presStyleCnt="0"/>
      <dgm:spPr/>
    </dgm:pt>
    <dgm:pt modelId="{B9DD7A01-E7CE-4361-A51D-267D488218F7}" type="pres">
      <dgm:prSet presAssocID="{42BFA5DD-2722-46BE-A327-FE8A6BB972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ED1F03-620F-460C-AAFF-BB3D1A89B5B9}" type="pres">
      <dgm:prSet presAssocID="{344044F1-B6DA-407F-89E0-FE300ECE122A}" presName="spacer" presStyleCnt="0"/>
      <dgm:spPr/>
    </dgm:pt>
    <dgm:pt modelId="{72E0B773-BD2F-4B91-A936-27C91AAE874F}" type="pres">
      <dgm:prSet presAssocID="{A8BB2ADD-8612-4DA0-B877-A0D7BC0E83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F57126-2980-47A5-9E2B-749053F5B269}" srcId="{C4B27F42-2351-4F66-B9C4-73AC03F68E27}" destId="{D8BD970C-3AE9-4B98-B69B-AED7B1527AB9}" srcOrd="1" destOrd="0" parTransId="{FC82DC92-29C8-447A-8E76-FEE2EAA6C8B0}" sibTransId="{3E1A6410-3E03-46B1-A415-6745F58007E9}"/>
    <dgm:cxn modelId="{C228D22B-F6DF-4F61-8451-FDF408F506D2}" srcId="{C4B27F42-2351-4F66-B9C4-73AC03F68E27}" destId="{DFE4C17B-DC08-4B8F-971D-5F6707D097EA}" srcOrd="0" destOrd="0" parTransId="{5B1DE234-5310-4340-AC99-A8ECEF057F47}" sibTransId="{7209D840-EFEE-4246-A4E8-93472291AE5C}"/>
    <dgm:cxn modelId="{0269CA42-52E9-4D3B-B28C-902137F441AD}" type="presOf" srcId="{D8BD970C-3AE9-4B98-B69B-AED7B1527AB9}" destId="{4B70AEFF-D3AF-4048-97DB-D284AE3B5D45}" srcOrd="0" destOrd="0" presId="urn:microsoft.com/office/officeart/2005/8/layout/vList2"/>
    <dgm:cxn modelId="{F212F189-4682-4026-BDE0-C46A93460624}" type="presOf" srcId="{42BFA5DD-2722-46BE-A327-FE8A6BB97269}" destId="{B9DD7A01-E7CE-4361-A51D-267D488218F7}" srcOrd="0" destOrd="0" presId="urn:microsoft.com/office/officeart/2005/8/layout/vList2"/>
    <dgm:cxn modelId="{1CA2A598-5FA7-4407-BC85-962F9BEE9FB7}" type="presOf" srcId="{A8BB2ADD-8612-4DA0-B877-A0D7BC0E8376}" destId="{72E0B773-BD2F-4B91-A936-27C91AAE874F}" srcOrd="0" destOrd="0" presId="urn:microsoft.com/office/officeart/2005/8/layout/vList2"/>
    <dgm:cxn modelId="{85BCFAA9-147E-4987-9C09-839F9C48EC75}" srcId="{C4B27F42-2351-4F66-B9C4-73AC03F68E27}" destId="{A8BB2ADD-8612-4DA0-B877-A0D7BC0E8376}" srcOrd="3" destOrd="0" parTransId="{C9542C14-E3FE-4D9C-9F89-07DB6D811742}" sibTransId="{1E592F91-522C-4AA3-AE3C-2C6EAD42626D}"/>
    <dgm:cxn modelId="{452171BA-3225-4711-9657-F5827620093D}" type="presOf" srcId="{DFE4C17B-DC08-4B8F-971D-5F6707D097EA}" destId="{9F099F7D-3DE7-48F9-A2C9-7F8C94723DFE}" srcOrd="0" destOrd="0" presId="urn:microsoft.com/office/officeart/2005/8/layout/vList2"/>
    <dgm:cxn modelId="{8545EACD-CCBC-46AA-A402-E5730591DBAE}" srcId="{C4B27F42-2351-4F66-B9C4-73AC03F68E27}" destId="{42BFA5DD-2722-46BE-A327-FE8A6BB97269}" srcOrd="2" destOrd="0" parTransId="{C1FC93C9-F288-420F-B0CE-D5302A72EC0D}" sibTransId="{344044F1-B6DA-407F-89E0-FE300ECE122A}"/>
    <dgm:cxn modelId="{553A51FE-AF08-42D9-A766-A409E6972509}" type="presOf" srcId="{C4B27F42-2351-4F66-B9C4-73AC03F68E27}" destId="{5C20AD9C-88D6-4605-80D3-F3EA96EA4635}" srcOrd="0" destOrd="0" presId="urn:microsoft.com/office/officeart/2005/8/layout/vList2"/>
    <dgm:cxn modelId="{75C63CFC-B458-4D66-8CA1-BEA207A40AEF}" type="presParOf" srcId="{5C20AD9C-88D6-4605-80D3-F3EA96EA4635}" destId="{9F099F7D-3DE7-48F9-A2C9-7F8C94723DFE}" srcOrd="0" destOrd="0" presId="urn:microsoft.com/office/officeart/2005/8/layout/vList2"/>
    <dgm:cxn modelId="{B73FBD5C-1FD2-4DE2-9B73-DCE0D88CE046}" type="presParOf" srcId="{5C20AD9C-88D6-4605-80D3-F3EA96EA4635}" destId="{FE055FA4-0805-414A-8CE9-A9EDA5D2C626}" srcOrd="1" destOrd="0" presId="urn:microsoft.com/office/officeart/2005/8/layout/vList2"/>
    <dgm:cxn modelId="{B0251A56-369B-41C6-B5C8-2F5B7472186D}" type="presParOf" srcId="{5C20AD9C-88D6-4605-80D3-F3EA96EA4635}" destId="{4B70AEFF-D3AF-4048-97DB-D284AE3B5D45}" srcOrd="2" destOrd="0" presId="urn:microsoft.com/office/officeart/2005/8/layout/vList2"/>
    <dgm:cxn modelId="{C21BEBFC-A394-4DA4-A086-95A9A5B4E7E4}" type="presParOf" srcId="{5C20AD9C-88D6-4605-80D3-F3EA96EA4635}" destId="{CC7AE1D1-8D50-4D1F-906E-14B7508505F5}" srcOrd="3" destOrd="0" presId="urn:microsoft.com/office/officeart/2005/8/layout/vList2"/>
    <dgm:cxn modelId="{8902DE1A-36D2-4AB2-9948-103FFC6FED6A}" type="presParOf" srcId="{5C20AD9C-88D6-4605-80D3-F3EA96EA4635}" destId="{B9DD7A01-E7CE-4361-A51D-267D488218F7}" srcOrd="4" destOrd="0" presId="urn:microsoft.com/office/officeart/2005/8/layout/vList2"/>
    <dgm:cxn modelId="{6D0D024C-59D4-4B57-87AF-D726F16DB8AF}" type="presParOf" srcId="{5C20AD9C-88D6-4605-80D3-F3EA96EA4635}" destId="{2AED1F03-620F-460C-AAFF-BB3D1A89B5B9}" srcOrd="5" destOrd="0" presId="urn:microsoft.com/office/officeart/2005/8/layout/vList2"/>
    <dgm:cxn modelId="{C129E078-41C3-485C-A989-9EB4C3F9B400}" type="presParOf" srcId="{5C20AD9C-88D6-4605-80D3-F3EA96EA4635}" destId="{72E0B773-BD2F-4B91-A936-27C91AAE87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0002D5-D06B-42B9-B41D-7860CACA34E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DD3701-16EA-4CF0-9E32-B46CFACAC5D3}">
      <dgm:prSet/>
      <dgm:spPr/>
      <dgm:t>
        <a:bodyPr/>
        <a:lstStyle/>
        <a:p>
          <a:r>
            <a:rPr lang="en-US"/>
            <a:t>Kiểm tra python --version</a:t>
          </a:r>
        </a:p>
      </dgm:t>
    </dgm:pt>
    <dgm:pt modelId="{2576C83F-9CD1-450C-9D9B-DF6FC7DE00EC}" type="parTrans" cxnId="{042C5B93-E341-4F92-BDD2-4BE92A8D9499}">
      <dgm:prSet/>
      <dgm:spPr/>
      <dgm:t>
        <a:bodyPr/>
        <a:lstStyle/>
        <a:p>
          <a:endParaRPr lang="en-US"/>
        </a:p>
      </dgm:t>
    </dgm:pt>
    <dgm:pt modelId="{0A410B42-4948-42AB-82A4-BCF7A0AEE550}" type="sibTrans" cxnId="{042C5B93-E341-4F92-BDD2-4BE92A8D9499}">
      <dgm:prSet/>
      <dgm:spPr/>
      <dgm:t>
        <a:bodyPr/>
        <a:lstStyle/>
        <a:p>
          <a:endParaRPr lang="en-US"/>
        </a:p>
      </dgm:t>
    </dgm:pt>
    <dgm:pt modelId="{7A74AA03-22E8-4888-B1F3-C0C093D47DCB}">
      <dgm:prSet/>
      <dgm:spPr/>
      <dgm:t>
        <a:bodyPr/>
        <a:lstStyle/>
        <a:p>
          <a:r>
            <a:rPr lang="en-US"/>
            <a:t>Cài từ python.org</a:t>
          </a:r>
        </a:p>
      </dgm:t>
    </dgm:pt>
    <dgm:pt modelId="{97D7A671-C484-438F-9EF5-B3CC78AE20E7}" type="parTrans" cxnId="{2D37BCFC-3CAA-45A0-ADC3-67C0CCA7E382}">
      <dgm:prSet/>
      <dgm:spPr/>
      <dgm:t>
        <a:bodyPr/>
        <a:lstStyle/>
        <a:p>
          <a:endParaRPr lang="en-US"/>
        </a:p>
      </dgm:t>
    </dgm:pt>
    <dgm:pt modelId="{7464FA45-2DD1-4B47-A11A-016856BF0A84}" type="sibTrans" cxnId="{2D37BCFC-3CAA-45A0-ADC3-67C0CCA7E382}">
      <dgm:prSet/>
      <dgm:spPr/>
      <dgm:t>
        <a:bodyPr/>
        <a:lstStyle/>
        <a:p>
          <a:endParaRPr lang="en-US"/>
        </a:p>
      </dgm:t>
    </dgm:pt>
    <dgm:pt modelId="{18949F04-38EE-40AC-8BA6-EC27F66B6636}">
      <dgm:prSet/>
      <dgm:spPr/>
      <dgm:t>
        <a:bodyPr/>
        <a:lstStyle/>
        <a:p>
          <a:r>
            <a:rPr lang="en-US"/>
            <a:t>Tick: Add Python to PATH</a:t>
          </a:r>
        </a:p>
      </dgm:t>
    </dgm:pt>
    <dgm:pt modelId="{39AFB83B-08ED-485D-922C-C79FA18FC372}" type="parTrans" cxnId="{5F9B6758-6A5E-4745-8B4C-A31A6FC95527}">
      <dgm:prSet/>
      <dgm:spPr/>
      <dgm:t>
        <a:bodyPr/>
        <a:lstStyle/>
        <a:p>
          <a:endParaRPr lang="en-US"/>
        </a:p>
      </dgm:t>
    </dgm:pt>
    <dgm:pt modelId="{85F3736F-EB0C-4511-B43E-DBC267687930}" type="sibTrans" cxnId="{5F9B6758-6A5E-4745-8B4C-A31A6FC95527}">
      <dgm:prSet/>
      <dgm:spPr/>
      <dgm:t>
        <a:bodyPr/>
        <a:lstStyle/>
        <a:p>
          <a:endParaRPr lang="en-US"/>
        </a:p>
      </dgm:t>
    </dgm:pt>
    <dgm:pt modelId="{4290AF36-D690-49BD-80DD-DF83BC051584}" type="pres">
      <dgm:prSet presAssocID="{440002D5-D06B-42B9-B41D-7860CACA34E0}" presName="linear" presStyleCnt="0">
        <dgm:presLayoutVars>
          <dgm:animLvl val="lvl"/>
          <dgm:resizeHandles val="exact"/>
        </dgm:presLayoutVars>
      </dgm:prSet>
      <dgm:spPr/>
    </dgm:pt>
    <dgm:pt modelId="{564FB252-605C-4E37-A450-82CE2623EEA3}" type="pres">
      <dgm:prSet presAssocID="{20DD3701-16EA-4CF0-9E32-B46CFACAC5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8BC80B-5526-414C-97E2-384CE8E5B2D3}" type="pres">
      <dgm:prSet presAssocID="{0A410B42-4948-42AB-82A4-BCF7A0AEE550}" presName="spacer" presStyleCnt="0"/>
      <dgm:spPr/>
    </dgm:pt>
    <dgm:pt modelId="{8FE67C08-D07B-44DF-B5D1-0F44D768ACD0}" type="pres">
      <dgm:prSet presAssocID="{7A74AA03-22E8-4888-B1F3-C0C093D47DC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29A3A9-C1CD-44FD-ABC9-070D51DEF84D}" type="pres">
      <dgm:prSet presAssocID="{7464FA45-2DD1-4B47-A11A-016856BF0A84}" presName="spacer" presStyleCnt="0"/>
      <dgm:spPr/>
    </dgm:pt>
    <dgm:pt modelId="{821C7222-302A-4EE1-BE31-32E8306CC9B0}" type="pres">
      <dgm:prSet presAssocID="{18949F04-38EE-40AC-8BA6-EC27F66B663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7FF301-8A1A-49B9-8F99-47BF747502C4}" type="presOf" srcId="{20DD3701-16EA-4CF0-9E32-B46CFACAC5D3}" destId="{564FB252-605C-4E37-A450-82CE2623EEA3}" srcOrd="0" destOrd="0" presId="urn:microsoft.com/office/officeart/2005/8/layout/vList2"/>
    <dgm:cxn modelId="{168E205C-51C9-40C9-825D-5BEAC682E78B}" type="presOf" srcId="{440002D5-D06B-42B9-B41D-7860CACA34E0}" destId="{4290AF36-D690-49BD-80DD-DF83BC051584}" srcOrd="0" destOrd="0" presId="urn:microsoft.com/office/officeart/2005/8/layout/vList2"/>
    <dgm:cxn modelId="{5F9B6758-6A5E-4745-8B4C-A31A6FC95527}" srcId="{440002D5-D06B-42B9-B41D-7860CACA34E0}" destId="{18949F04-38EE-40AC-8BA6-EC27F66B6636}" srcOrd="2" destOrd="0" parTransId="{39AFB83B-08ED-485D-922C-C79FA18FC372}" sibTransId="{85F3736F-EB0C-4511-B43E-DBC267687930}"/>
    <dgm:cxn modelId="{042C5B93-E341-4F92-BDD2-4BE92A8D9499}" srcId="{440002D5-D06B-42B9-B41D-7860CACA34E0}" destId="{20DD3701-16EA-4CF0-9E32-B46CFACAC5D3}" srcOrd="0" destOrd="0" parTransId="{2576C83F-9CD1-450C-9D9B-DF6FC7DE00EC}" sibTransId="{0A410B42-4948-42AB-82A4-BCF7A0AEE550}"/>
    <dgm:cxn modelId="{936E0198-9BC0-44D2-8624-4F22D9A75281}" type="presOf" srcId="{18949F04-38EE-40AC-8BA6-EC27F66B6636}" destId="{821C7222-302A-4EE1-BE31-32E8306CC9B0}" srcOrd="0" destOrd="0" presId="urn:microsoft.com/office/officeart/2005/8/layout/vList2"/>
    <dgm:cxn modelId="{8EB69ECB-C273-403F-8F83-C78F22C5BEA1}" type="presOf" srcId="{7A74AA03-22E8-4888-B1F3-C0C093D47DCB}" destId="{8FE67C08-D07B-44DF-B5D1-0F44D768ACD0}" srcOrd="0" destOrd="0" presId="urn:microsoft.com/office/officeart/2005/8/layout/vList2"/>
    <dgm:cxn modelId="{2D37BCFC-3CAA-45A0-ADC3-67C0CCA7E382}" srcId="{440002D5-D06B-42B9-B41D-7860CACA34E0}" destId="{7A74AA03-22E8-4888-B1F3-C0C093D47DCB}" srcOrd="1" destOrd="0" parTransId="{97D7A671-C484-438F-9EF5-B3CC78AE20E7}" sibTransId="{7464FA45-2DD1-4B47-A11A-016856BF0A84}"/>
    <dgm:cxn modelId="{C9041709-5B44-4CD0-B0D0-9FE7DB0EA378}" type="presParOf" srcId="{4290AF36-D690-49BD-80DD-DF83BC051584}" destId="{564FB252-605C-4E37-A450-82CE2623EEA3}" srcOrd="0" destOrd="0" presId="urn:microsoft.com/office/officeart/2005/8/layout/vList2"/>
    <dgm:cxn modelId="{194B4DA3-71A1-4DBD-B799-89FD6DEF1931}" type="presParOf" srcId="{4290AF36-D690-49BD-80DD-DF83BC051584}" destId="{398BC80B-5526-414C-97E2-384CE8E5B2D3}" srcOrd="1" destOrd="0" presId="urn:microsoft.com/office/officeart/2005/8/layout/vList2"/>
    <dgm:cxn modelId="{C819A8E1-888E-4A03-AC2B-B93C0DB03C53}" type="presParOf" srcId="{4290AF36-D690-49BD-80DD-DF83BC051584}" destId="{8FE67C08-D07B-44DF-B5D1-0F44D768ACD0}" srcOrd="2" destOrd="0" presId="urn:microsoft.com/office/officeart/2005/8/layout/vList2"/>
    <dgm:cxn modelId="{97479238-A2A7-4B05-8C2D-D817D54A8E4B}" type="presParOf" srcId="{4290AF36-D690-49BD-80DD-DF83BC051584}" destId="{D829A3A9-C1CD-44FD-ABC9-070D51DEF84D}" srcOrd="3" destOrd="0" presId="urn:microsoft.com/office/officeart/2005/8/layout/vList2"/>
    <dgm:cxn modelId="{11BF29CA-436A-43CE-ACC8-3E32B5735F4C}" type="presParOf" srcId="{4290AF36-D690-49BD-80DD-DF83BC051584}" destId="{821C7222-302A-4EE1-BE31-32E8306CC9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109925-0A49-4B67-BE44-E0FE4572D14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1EE791F-EC90-4396-8EE7-4D66CA6B5C5C}">
      <dgm:prSet/>
      <dgm:spPr/>
      <dgm:t>
        <a:bodyPr/>
        <a:lstStyle/>
        <a:p>
          <a:r>
            <a:rPr lang="en-US"/>
            <a:t>Tạo venv: python -m venv venv</a:t>
          </a:r>
        </a:p>
      </dgm:t>
    </dgm:pt>
    <dgm:pt modelId="{7563E7F3-065B-4F43-A7D6-3E01AD4E107F}" type="parTrans" cxnId="{E8F9BFC5-DC4D-4664-AB55-D2A112DA7A3B}">
      <dgm:prSet/>
      <dgm:spPr/>
      <dgm:t>
        <a:bodyPr/>
        <a:lstStyle/>
        <a:p>
          <a:endParaRPr lang="en-US"/>
        </a:p>
      </dgm:t>
    </dgm:pt>
    <dgm:pt modelId="{E033F759-6A92-4826-A316-5B2FD16F2A83}" type="sibTrans" cxnId="{E8F9BFC5-DC4D-4664-AB55-D2A112DA7A3B}">
      <dgm:prSet/>
      <dgm:spPr/>
      <dgm:t>
        <a:bodyPr/>
        <a:lstStyle/>
        <a:p>
          <a:endParaRPr lang="en-US"/>
        </a:p>
      </dgm:t>
    </dgm:pt>
    <dgm:pt modelId="{1AB1398A-02E8-451A-A5B9-6B641EEF346A}">
      <dgm:prSet/>
      <dgm:spPr/>
      <dgm:t>
        <a:bodyPr/>
        <a:lstStyle/>
        <a:p>
          <a:r>
            <a:rPr lang="en-US"/>
            <a:t>Activate: venv/Scripts/activate</a:t>
          </a:r>
        </a:p>
      </dgm:t>
    </dgm:pt>
    <dgm:pt modelId="{EB1C829B-1BEB-40A9-AD2C-544D711FB9EE}" type="parTrans" cxnId="{4D5AB100-A454-45C1-9BD3-3D47AE4BF367}">
      <dgm:prSet/>
      <dgm:spPr/>
      <dgm:t>
        <a:bodyPr/>
        <a:lstStyle/>
        <a:p>
          <a:endParaRPr lang="en-US"/>
        </a:p>
      </dgm:t>
    </dgm:pt>
    <dgm:pt modelId="{AB06B52C-3704-47F2-85E1-BA19A24B9ACA}" type="sibTrans" cxnId="{4D5AB100-A454-45C1-9BD3-3D47AE4BF367}">
      <dgm:prSet/>
      <dgm:spPr/>
      <dgm:t>
        <a:bodyPr/>
        <a:lstStyle/>
        <a:p>
          <a:endParaRPr lang="en-US"/>
        </a:p>
      </dgm:t>
    </dgm:pt>
    <dgm:pt modelId="{91F0C233-DB54-4715-BFA9-52F86D276220}">
      <dgm:prSet/>
      <dgm:spPr/>
      <dgm:t>
        <a:bodyPr/>
        <a:lstStyle/>
        <a:p>
          <a:r>
            <a:rPr lang="en-US"/>
            <a:t>Lợi ích: tránh xung đột</a:t>
          </a:r>
        </a:p>
      </dgm:t>
    </dgm:pt>
    <dgm:pt modelId="{2D92E0F7-DDA2-4001-842C-DDC615A301F3}" type="parTrans" cxnId="{9E10F740-0C7E-4C5F-83E1-DF86C38FEB6D}">
      <dgm:prSet/>
      <dgm:spPr/>
      <dgm:t>
        <a:bodyPr/>
        <a:lstStyle/>
        <a:p>
          <a:endParaRPr lang="en-US"/>
        </a:p>
      </dgm:t>
    </dgm:pt>
    <dgm:pt modelId="{4FA5617F-074D-46FB-9EA6-4D05D1C661C8}" type="sibTrans" cxnId="{9E10F740-0C7E-4C5F-83E1-DF86C38FEB6D}">
      <dgm:prSet/>
      <dgm:spPr/>
      <dgm:t>
        <a:bodyPr/>
        <a:lstStyle/>
        <a:p>
          <a:endParaRPr lang="en-US"/>
        </a:p>
      </dgm:t>
    </dgm:pt>
    <dgm:pt modelId="{68311E32-CBDD-4CFF-9A2E-42A0BE29493B}" type="pres">
      <dgm:prSet presAssocID="{E3109925-0A49-4B67-BE44-E0FE4572D147}" presName="linear" presStyleCnt="0">
        <dgm:presLayoutVars>
          <dgm:animLvl val="lvl"/>
          <dgm:resizeHandles val="exact"/>
        </dgm:presLayoutVars>
      </dgm:prSet>
      <dgm:spPr/>
    </dgm:pt>
    <dgm:pt modelId="{60189E82-52C1-4338-9D66-39CF226453A4}" type="pres">
      <dgm:prSet presAssocID="{C1EE791F-EC90-4396-8EE7-4D66CA6B5C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98F509-F3F4-40C2-8193-6ED6F0768BA5}" type="pres">
      <dgm:prSet presAssocID="{E033F759-6A92-4826-A316-5B2FD16F2A83}" presName="spacer" presStyleCnt="0"/>
      <dgm:spPr/>
    </dgm:pt>
    <dgm:pt modelId="{6B199E24-6D3E-46DA-B2E5-A93297821EAA}" type="pres">
      <dgm:prSet presAssocID="{1AB1398A-02E8-451A-A5B9-6B641EEF34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A416DEA-A560-4D0B-A876-F9E258486C7B}" type="pres">
      <dgm:prSet presAssocID="{AB06B52C-3704-47F2-85E1-BA19A24B9ACA}" presName="spacer" presStyleCnt="0"/>
      <dgm:spPr/>
    </dgm:pt>
    <dgm:pt modelId="{2D4622DD-EC14-483B-BFFD-D1BAB2428A3F}" type="pres">
      <dgm:prSet presAssocID="{91F0C233-DB54-4715-BFA9-52F86D27622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5AB100-A454-45C1-9BD3-3D47AE4BF367}" srcId="{E3109925-0A49-4B67-BE44-E0FE4572D147}" destId="{1AB1398A-02E8-451A-A5B9-6B641EEF346A}" srcOrd="1" destOrd="0" parTransId="{EB1C829B-1BEB-40A9-AD2C-544D711FB9EE}" sibTransId="{AB06B52C-3704-47F2-85E1-BA19A24B9ACA}"/>
    <dgm:cxn modelId="{B6759939-2EE2-4DE6-9CF1-39721D81CB4A}" type="presOf" srcId="{1AB1398A-02E8-451A-A5B9-6B641EEF346A}" destId="{6B199E24-6D3E-46DA-B2E5-A93297821EAA}" srcOrd="0" destOrd="0" presId="urn:microsoft.com/office/officeart/2005/8/layout/vList2"/>
    <dgm:cxn modelId="{9E10F740-0C7E-4C5F-83E1-DF86C38FEB6D}" srcId="{E3109925-0A49-4B67-BE44-E0FE4572D147}" destId="{91F0C233-DB54-4715-BFA9-52F86D276220}" srcOrd="2" destOrd="0" parTransId="{2D92E0F7-DDA2-4001-842C-DDC615A301F3}" sibTransId="{4FA5617F-074D-46FB-9EA6-4D05D1C661C8}"/>
    <dgm:cxn modelId="{59F19D60-346F-4A9C-9591-849B95741F1F}" type="presOf" srcId="{E3109925-0A49-4B67-BE44-E0FE4572D147}" destId="{68311E32-CBDD-4CFF-9A2E-42A0BE29493B}" srcOrd="0" destOrd="0" presId="urn:microsoft.com/office/officeart/2005/8/layout/vList2"/>
    <dgm:cxn modelId="{C1E5184B-E3A6-4858-833E-3D19D52C9916}" type="presOf" srcId="{91F0C233-DB54-4715-BFA9-52F86D276220}" destId="{2D4622DD-EC14-483B-BFFD-D1BAB2428A3F}" srcOrd="0" destOrd="0" presId="urn:microsoft.com/office/officeart/2005/8/layout/vList2"/>
    <dgm:cxn modelId="{4ACF50BC-1450-4CEE-AF5B-FBF98108ADD4}" type="presOf" srcId="{C1EE791F-EC90-4396-8EE7-4D66CA6B5C5C}" destId="{60189E82-52C1-4338-9D66-39CF226453A4}" srcOrd="0" destOrd="0" presId="urn:microsoft.com/office/officeart/2005/8/layout/vList2"/>
    <dgm:cxn modelId="{E8F9BFC5-DC4D-4664-AB55-D2A112DA7A3B}" srcId="{E3109925-0A49-4B67-BE44-E0FE4572D147}" destId="{C1EE791F-EC90-4396-8EE7-4D66CA6B5C5C}" srcOrd="0" destOrd="0" parTransId="{7563E7F3-065B-4F43-A7D6-3E01AD4E107F}" sibTransId="{E033F759-6A92-4826-A316-5B2FD16F2A83}"/>
    <dgm:cxn modelId="{8FBA0FCE-BEF1-4CE9-8BCB-9FD3070BF84B}" type="presParOf" srcId="{68311E32-CBDD-4CFF-9A2E-42A0BE29493B}" destId="{60189E82-52C1-4338-9D66-39CF226453A4}" srcOrd="0" destOrd="0" presId="urn:microsoft.com/office/officeart/2005/8/layout/vList2"/>
    <dgm:cxn modelId="{6585DA6D-AE28-481D-9399-B7C49645C762}" type="presParOf" srcId="{68311E32-CBDD-4CFF-9A2E-42A0BE29493B}" destId="{E598F509-F3F4-40C2-8193-6ED6F0768BA5}" srcOrd="1" destOrd="0" presId="urn:microsoft.com/office/officeart/2005/8/layout/vList2"/>
    <dgm:cxn modelId="{50A19FB7-AB4D-49EE-B712-0858C0D75394}" type="presParOf" srcId="{68311E32-CBDD-4CFF-9A2E-42A0BE29493B}" destId="{6B199E24-6D3E-46DA-B2E5-A93297821EAA}" srcOrd="2" destOrd="0" presId="urn:microsoft.com/office/officeart/2005/8/layout/vList2"/>
    <dgm:cxn modelId="{A30FAE23-C6F7-4D10-B220-F5D71169BD70}" type="presParOf" srcId="{68311E32-CBDD-4CFF-9A2E-42A0BE29493B}" destId="{7A416DEA-A560-4D0B-A876-F9E258486C7B}" srcOrd="3" destOrd="0" presId="urn:microsoft.com/office/officeart/2005/8/layout/vList2"/>
    <dgm:cxn modelId="{B929DF35-2236-483A-9CC9-ED0333D83E25}" type="presParOf" srcId="{68311E32-CBDD-4CFF-9A2E-42A0BE29493B}" destId="{2D4622DD-EC14-483B-BFFD-D1BAB2428A3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EC310B3-B562-43B7-8063-F4D2F5A5C2E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803270-F875-422F-8D43-AA7865D44CDB}">
      <dgm:prSet/>
      <dgm:spPr/>
      <dgm:t>
        <a:bodyPr/>
        <a:lstStyle/>
        <a:p>
          <a:r>
            <a:rPr lang="en-US"/>
            <a:t>Python Extension</a:t>
          </a:r>
        </a:p>
      </dgm:t>
    </dgm:pt>
    <dgm:pt modelId="{A7C878DA-C2CF-4255-9A36-2E2F9DC5F47E}" type="parTrans" cxnId="{A4B173BE-9148-4478-B6F9-0F3AC585BF9C}">
      <dgm:prSet/>
      <dgm:spPr/>
      <dgm:t>
        <a:bodyPr/>
        <a:lstStyle/>
        <a:p>
          <a:endParaRPr lang="en-US"/>
        </a:p>
      </dgm:t>
    </dgm:pt>
    <dgm:pt modelId="{B53B7BF3-D8D8-47C9-9E09-DB2CC6421FB5}" type="sibTrans" cxnId="{A4B173BE-9148-4478-B6F9-0F3AC585BF9C}">
      <dgm:prSet/>
      <dgm:spPr/>
      <dgm:t>
        <a:bodyPr/>
        <a:lstStyle/>
        <a:p>
          <a:endParaRPr lang="en-US"/>
        </a:p>
      </dgm:t>
    </dgm:pt>
    <dgm:pt modelId="{C9C8E850-39DB-4C7A-9F64-81AB44576142}">
      <dgm:prSet/>
      <dgm:spPr/>
      <dgm:t>
        <a:bodyPr/>
        <a:lstStyle/>
        <a:p>
          <a:r>
            <a:rPr lang="en-US"/>
            <a:t>Pylance</a:t>
          </a:r>
        </a:p>
      </dgm:t>
    </dgm:pt>
    <dgm:pt modelId="{A5C290BF-A8EF-4E31-AF1E-B07C0863A981}" type="parTrans" cxnId="{DE85F76B-3C7C-4A0F-8F6F-83368DE19999}">
      <dgm:prSet/>
      <dgm:spPr/>
      <dgm:t>
        <a:bodyPr/>
        <a:lstStyle/>
        <a:p>
          <a:endParaRPr lang="en-US"/>
        </a:p>
      </dgm:t>
    </dgm:pt>
    <dgm:pt modelId="{B594EAD8-3C14-402E-8088-3D446B4B159F}" type="sibTrans" cxnId="{DE85F76B-3C7C-4A0F-8F6F-83368DE19999}">
      <dgm:prSet/>
      <dgm:spPr/>
      <dgm:t>
        <a:bodyPr/>
        <a:lstStyle/>
        <a:p>
          <a:endParaRPr lang="en-US"/>
        </a:p>
      </dgm:t>
    </dgm:pt>
    <dgm:pt modelId="{C24750C6-EA60-49B6-946C-5159E58E17BF}">
      <dgm:prSet/>
      <dgm:spPr/>
      <dgm:t>
        <a:bodyPr/>
        <a:lstStyle/>
        <a:p>
          <a:r>
            <a:rPr lang="en-US"/>
            <a:t>Chọn đúng interpreter từ venv</a:t>
          </a:r>
        </a:p>
      </dgm:t>
    </dgm:pt>
    <dgm:pt modelId="{13455135-6FBE-470A-A704-A5024E5CBE6F}" type="parTrans" cxnId="{D0B7B18D-3EF2-43C8-9C25-B6488A7E4A67}">
      <dgm:prSet/>
      <dgm:spPr/>
      <dgm:t>
        <a:bodyPr/>
        <a:lstStyle/>
        <a:p>
          <a:endParaRPr lang="en-US"/>
        </a:p>
      </dgm:t>
    </dgm:pt>
    <dgm:pt modelId="{7C6ECFCE-36CB-44F3-A7FA-A499F1612287}" type="sibTrans" cxnId="{D0B7B18D-3EF2-43C8-9C25-B6488A7E4A67}">
      <dgm:prSet/>
      <dgm:spPr/>
      <dgm:t>
        <a:bodyPr/>
        <a:lstStyle/>
        <a:p>
          <a:endParaRPr lang="en-US"/>
        </a:p>
      </dgm:t>
    </dgm:pt>
    <dgm:pt modelId="{E2FD466B-6D1D-45F0-AB22-CBAD9472928D}" type="pres">
      <dgm:prSet presAssocID="{5EC310B3-B562-43B7-8063-F4D2F5A5C2E0}" presName="linear" presStyleCnt="0">
        <dgm:presLayoutVars>
          <dgm:animLvl val="lvl"/>
          <dgm:resizeHandles val="exact"/>
        </dgm:presLayoutVars>
      </dgm:prSet>
      <dgm:spPr/>
    </dgm:pt>
    <dgm:pt modelId="{A177CDF1-F0EA-4C3E-8F99-A17A90709744}" type="pres">
      <dgm:prSet presAssocID="{72803270-F875-422F-8D43-AA7865D44C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7C8A27-FE63-4289-A27E-A78E6410CF42}" type="pres">
      <dgm:prSet presAssocID="{B53B7BF3-D8D8-47C9-9E09-DB2CC6421FB5}" presName="spacer" presStyleCnt="0"/>
      <dgm:spPr/>
    </dgm:pt>
    <dgm:pt modelId="{9510E4E6-E603-4828-AD46-C778DE5EBD14}" type="pres">
      <dgm:prSet presAssocID="{C9C8E850-39DB-4C7A-9F64-81AB4457614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6F84B7-F208-4445-A2E2-B2C53A334C7A}" type="pres">
      <dgm:prSet presAssocID="{B594EAD8-3C14-402E-8088-3D446B4B159F}" presName="spacer" presStyleCnt="0"/>
      <dgm:spPr/>
    </dgm:pt>
    <dgm:pt modelId="{A42D0A48-B47D-4A99-A60F-BAFAD6AAB11C}" type="pres">
      <dgm:prSet presAssocID="{C24750C6-EA60-49B6-946C-5159E58E17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2624B0C-B083-4D2C-8F88-F1B82DB5D29C}" type="presOf" srcId="{5EC310B3-B562-43B7-8063-F4D2F5A5C2E0}" destId="{E2FD466B-6D1D-45F0-AB22-CBAD9472928D}" srcOrd="0" destOrd="0" presId="urn:microsoft.com/office/officeart/2005/8/layout/vList2"/>
    <dgm:cxn modelId="{DE85F76B-3C7C-4A0F-8F6F-83368DE19999}" srcId="{5EC310B3-B562-43B7-8063-F4D2F5A5C2E0}" destId="{C9C8E850-39DB-4C7A-9F64-81AB44576142}" srcOrd="1" destOrd="0" parTransId="{A5C290BF-A8EF-4E31-AF1E-B07C0863A981}" sibTransId="{B594EAD8-3C14-402E-8088-3D446B4B159F}"/>
    <dgm:cxn modelId="{50ABF559-3EC2-4700-8F77-C8391B2A166C}" type="presOf" srcId="{C24750C6-EA60-49B6-946C-5159E58E17BF}" destId="{A42D0A48-B47D-4A99-A60F-BAFAD6AAB11C}" srcOrd="0" destOrd="0" presId="urn:microsoft.com/office/officeart/2005/8/layout/vList2"/>
    <dgm:cxn modelId="{D0B7B18D-3EF2-43C8-9C25-B6488A7E4A67}" srcId="{5EC310B3-B562-43B7-8063-F4D2F5A5C2E0}" destId="{C24750C6-EA60-49B6-946C-5159E58E17BF}" srcOrd="2" destOrd="0" parTransId="{13455135-6FBE-470A-A704-A5024E5CBE6F}" sibTransId="{7C6ECFCE-36CB-44F3-A7FA-A499F1612287}"/>
    <dgm:cxn modelId="{A847789D-3D43-4351-9E7D-A8AE96037BED}" type="presOf" srcId="{C9C8E850-39DB-4C7A-9F64-81AB44576142}" destId="{9510E4E6-E603-4828-AD46-C778DE5EBD14}" srcOrd="0" destOrd="0" presId="urn:microsoft.com/office/officeart/2005/8/layout/vList2"/>
    <dgm:cxn modelId="{A4B173BE-9148-4478-B6F9-0F3AC585BF9C}" srcId="{5EC310B3-B562-43B7-8063-F4D2F5A5C2E0}" destId="{72803270-F875-422F-8D43-AA7865D44CDB}" srcOrd="0" destOrd="0" parTransId="{A7C878DA-C2CF-4255-9A36-2E2F9DC5F47E}" sibTransId="{B53B7BF3-D8D8-47C9-9E09-DB2CC6421FB5}"/>
    <dgm:cxn modelId="{C23AA3EE-A6B1-4E59-8215-6DFFE26B69AB}" type="presOf" srcId="{72803270-F875-422F-8D43-AA7865D44CDB}" destId="{A177CDF1-F0EA-4C3E-8F99-A17A90709744}" srcOrd="0" destOrd="0" presId="urn:microsoft.com/office/officeart/2005/8/layout/vList2"/>
    <dgm:cxn modelId="{8A5EB1BD-9755-4353-BB2B-23D730FDFD0F}" type="presParOf" srcId="{E2FD466B-6D1D-45F0-AB22-CBAD9472928D}" destId="{A177CDF1-F0EA-4C3E-8F99-A17A90709744}" srcOrd="0" destOrd="0" presId="urn:microsoft.com/office/officeart/2005/8/layout/vList2"/>
    <dgm:cxn modelId="{BF7B1B14-A95A-4776-A90E-78A8107DE724}" type="presParOf" srcId="{E2FD466B-6D1D-45F0-AB22-CBAD9472928D}" destId="{5F7C8A27-FE63-4289-A27E-A78E6410CF42}" srcOrd="1" destOrd="0" presId="urn:microsoft.com/office/officeart/2005/8/layout/vList2"/>
    <dgm:cxn modelId="{5E179C9B-B650-47DD-BE1F-E175432EA0AD}" type="presParOf" srcId="{E2FD466B-6D1D-45F0-AB22-CBAD9472928D}" destId="{9510E4E6-E603-4828-AD46-C778DE5EBD14}" srcOrd="2" destOrd="0" presId="urn:microsoft.com/office/officeart/2005/8/layout/vList2"/>
    <dgm:cxn modelId="{936F10AE-1C40-4DE8-82F4-1D82806205B6}" type="presParOf" srcId="{E2FD466B-6D1D-45F0-AB22-CBAD9472928D}" destId="{B56F84B7-F208-4445-A2E2-B2C53A334C7A}" srcOrd="3" destOrd="0" presId="urn:microsoft.com/office/officeart/2005/8/layout/vList2"/>
    <dgm:cxn modelId="{3A448534-0C2F-4AF2-BE7C-8E8943007329}" type="presParOf" srcId="{E2FD466B-6D1D-45F0-AB22-CBAD9472928D}" destId="{A42D0A48-B47D-4A99-A60F-BAFAD6AAB1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9E2404-8E0F-453A-96C4-051D905CBE7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481840-F419-43C8-9AEA-59B73971D242}">
      <dgm:prSet/>
      <dgm:spPr/>
      <dgm:t>
        <a:bodyPr/>
        <a:lstStyle/>
        <a:p>
          <a:r>
            <a:rPr lang="en-US"/>
            <a:t>pip install -r requirements.txt</a:t>
          </a:r>
        </a:p>
      </dgm:t>
    </dgm:pt>
    <dgm:pt modelId="{A50777E9-96ED-4C21-BB1F-4064C796E29C}" type="parTrans" cxnId="{FF466BAE-3267-4223-8D27-7C515BFD0EA0}">
      <dgm:prSet/>
      <dgm:spPr/>
      <dgm:t>
        <a:bodyPr/>
        <a:lstStyle/>
        <a:p>
          <a:endParaRPr lang="en-US"/>
        </a:p>
      </dgm:t>
    </dgm:pt>
    <dgm:pt modelId="{F851F5B4-9899-41D0-B8DB-B0D4F1D73683}" type="sibTrans" cxnId="{FF466BAE-3267-4223-8D27-7C515BFD0EA0}">
      <dgm:prSet/>
      <dgm:spPr/>
      <dgm:t>
        <a:bodyPr/>
        <a:lstStyle/>
        <a:p>
          <a:endParaRPr lang="en-US"/>
        </a:p>
      </dgm:t>
    </dgm:pt>
    <dgm:pt modelId="{1426CFA8-4FB0-4B4A-B2E8-19357A86392E}">
      <dgm:prSet/>
      <dgm:spPr/>
      <dgm:t>
        <a:bodyPr/>
        <a:lstStyle/>
        <a:p>
          <a:r>
            <a:rPr lang="en-US"/>
            <a:t>Kiểm tra pip list</a:t>
          </a:r>
        </a:p>
      </dgm:t>
    </dgm:pt>
    <dgm:pt modelId="{BBD560F6-DB87-4666-9D42-92D1F7201CC7}" type="parTrans" cxnId="{6837E7AD-A6C9-4303-B7EE-515C310ED761}">
      <dgm:prSet/>
      <dgm:spPr/>
      <dgm:t>
        <a:bodyPr/>
        <a:lstStyle/>
        <a:p>
          <a:endParaRPr lang="en-US"/>
        </a:p>
      </dgm:t>
    </dgm:pt>
    <dgm:pt modelId="{0D10ED16-22C6-4F9F-9D1B-AC9981200C51}" type="sibTrans" cxnId="{6837E7AD-A6C9-4303-B7EE-515C310ED761}">
      <dgm:prSet/>
      <dgm:spPr/>
      <dgm:t>
        <a:bodyPr/>
        <a:lstStyle/>
        <a:p>
          <a:endParaRPr lang="en-US"/>
        </a:p>
      </dgm:t>
    </dgm:pt>
    <dgm:pt modelId="{B563A107-5195-4B70-A043-AD930837207B}">
      <dgm:prSet/>
      <dgm:spPr/>
      <dgm:t>
        <a:bodyPr/>
        <a:lstStyle/>
        <a:p>
          <a:r>
            <a:rPr lang="en-US"/>
            <a:t>Flask, Pandas, Sklearn...</a:t>
          </a:r>
        </a:p>
      </dgm:t>
    </dgm:pt>
    <dgm:pt modelId="{B2264905-EAF8-4556-8983-3983A1D51121}" type="parTrans" cxnId="{D59A5A7B-2379-4126-951A-A9071B2B3D3F}">
      <dgm:prSet/>
      <dgm:spPr/>
      <dgm:t>
        <a:bodyPr/>
        <a:lstStyle/>
        <a:p>
          <a:endParaRPr lang="en-US"/>
        </a:p>
      </dgm:t>
    </dgm:pt>
    <dgm:pt modelId="{537FDCC5-F92A-4354-8755-F228AA0C1D7B}" type="sibTrans" cxnId="{D59A5A7B-2379-4126-951A-A9071B2B3D3F}">
      <dgm:prSet/>
      <dgm:spPr/>
      <dgm:t>
        <a:bodyPr/>
        <a:lstStyle/>
        <a:p>
          <a:endParaRPr lang="en-US"/>
        </a:p>
      </dgm:t>
    </dgm:pt>
    <dgm:pt modelId="{2B0BA57B-D975-41AE-AC80-030C94112E67}" type="pres">
      <dgm:prSet presAssocID="{349E2404-8E0F-453A-96C4-051D905CBE7A}" presName="linear" presStyleCnt="0">
        <dgm:presLayoutVars>
          <dgm:animLvl val="lvl"/>
          <dgm:resizeHandles val="exact"/>
        </dgm:presLayoutVars>
      </dgm:prSet>
      <dgm:spPr/>
    </dgm:pt>
    <dgm:pt modelId="{A4694443-EE64-4493-A4FC-CB453B560D31}" type="pres">
      <dgm:prSet presAssocID="{5E481840-F419-43C8-9AEA-59B73971D2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EF5777-3CF8-4669-B74B-0C206F0565CA}" type="pres">
      <dgm:prSet presAssocID="{F851F5B4-9899-41D0-B8DB-B0D4F1D73683}" presName="spacer" presStyleCnt="0"/>
      <dgm:spPr/>
    </dgm:pt>
    <dgm:pt modelId="{668B43C8-E073-42C7-B329-0E3CCC58EF8B}" type="pres">
      <dgm:prSet presAssocID="{1426CFA8-4FB0-4B4A-B2E8-19357A86392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7A3D88-C7FF-4E72-B1AC-FCAB55B5016E}" type="pres">
      <dgm:prSet presAssocID="{0D10ED16-22C6-4F9F-9D1B-AC9981200C51}" presName="spacer" presStyleCnt="0"/>
      <dgm:spPr/>
    </dgm:pt>
    <dgm:pt modelId="{D5DA7C04-D38C-4A3C-8781-3BEEB1CAA026}" type="pres">
      <dgm:prSet presAssocID="{B563A107-5195-4B70-A043-AD930837207B}" presName="parentText" presStyleLbl="node1" presStyleIdx="2" presStyleCnt="3" custLinFactY="-60675" custLinFactNeighborX="-27739" custLinFactNeighborY="-100000">
        <dgm:presLayoutVars>
          <dgm:chMax val="0"/>
          <dgm:bulletEnabled val="1"/>
        </dgm:presLayoutVars>
      </dgm:prSet>
      <dgm:spPr/>
    </dgm:pt>
  </dgm:ptLst>
  <dgm:cxnLst>
    <dgm:cxn modelId="{0A7CC840-8C42-4373-B551-220F557A8208}" type="presOf" srcId="{1426CFA8-4FB0-4B4A-B2E8-19357A86392E}" destId="{668B43C8-E073-42C7-B329-0E3CCC58EF8B}" srcOrd="0" destOrd="0" presId="urn:microsoft.com/office/officeart/2005/8/layout/vList2"/>
    <dgm:cxn modelId="{2D098148-E95D-45E8-8623-D68455C29DC0}" type="presOf" srcId="{349E2404-8E0F-453A-96C4-051D905CBE7A}" destId="{2B0BA57B-D975-41AE-AC80-030C94112E67}" srcOrd="0" destOrd="0" presId="urn:microsoft.com/office/officeart/2005/8/layout/vList2"/>
    <dgm:cxn modelId="{D6EC794F-2DAC-481C-A0C2-FC45F0A651B5}" type="presOf" srcId="{5E481840-F419-43C8-9AEA-59B73971D242}" destId="{A4694443-EE64-4493-A4FC-CB453B560D31}" srcOrd="0" destOrd="0" presId="urn:microsoft.com/office/officeart/2005/8/layout/vList2"/>
    <dgm:cxn modelId="{D59A5A7B-2379-4126-951A-A9071B2B3D3F}" srcId="{349E2404-8E0F-453A-96C4-051D905CBE7A}" destId="{B563A107-5195-4B70-A043-AD930837207B}" srcOrd="2" destOrd="0" parTransId="{B2264905-EAF8-4556-8983-3983A1D51121}" sibTransId="{537FDCC5-F92A-4354-8755-F228AA0C1D7B}"/>
    <dgm:cxn modelId="{6837E7AD-A6C9-4303-B7EE-515C310ED761}" srcId="{349E2404-8E0F-453A-96C4-051D905CBE7A}" destId="{1426CFA8-4FB0-4B4A-B2E8-19357A86392E}" srcOrd="1" destOrd="0" parTransId="{BBD560F6-DB87-4666-9D42-92D1F7201CC7}" sibTransId="{0D10ED16-22C6-4F9F-9D1B-AC9981200C51}"/>
    <dgm:cxn modelId="{FF466BAE-3267-4223-8D27-7C515BFD0EA0}" srcId="{349E2404-8E0F-453A-96C4-051D905CBE7A}" destId="{5E481840-F419-43C8-9AEA-59B73971D242}" srcOrd="0" destOrd="0" parTransId="{A50777E9-96ED-4C21-BB1F-4064C796E29C}" sibTransId="{F851F5B4-9899-41D0-B8DB-B0D4F1D73683}"/>
    <dgm:cxn modelId="{4019D4AE-2586-48D8-84EC-8C4BB366340D}" type="presOf" srcId="{B563A107-5195-4B70-A043-AD930837207B}" destId="{D5DA7C04-D38C-4A3C-8781-3BEEB1CAA026}" srcOrd="0" destOrd="0" presId="urn:microsoft.com/office/officeart/2005/8/layout/vList2"/>
    <dgm:cxn modelId="{848A4BC8-E0F4-493B-92CB-DC956ACF587D}" type="presParOf" srcId="{2B0BA57B-D975-41AE-AC80-030C94112E67}" destId="{A4694443-EE64-4493-A4FC-CB453B560D31}" srcOrd="0" destOrd="0" presId="urn:microsoft.com/office/officeart/2005/8/layout/vList2"/>
    <dgm:cxn modelId="{1F76E913-6F22-48A5-A19C-998057273DEE}" type="presParOf" srcId="{2B0BA57B-D975-41AE-AC80-030C94112E67}" destId="{93EF5777-3CF8-4669-B74B-0C206F0565CA}" srcOrd="1" destOrd="0" presId="urn:microsoft.com/office/officeart/2005/8/layout/vList2"/>
    <dgm:cxn modelId="{815E956D-C9C0-4290-902C-B2DBE11457CF}" type="presParOf" srcId="{2B0BA57B-D975-41AE-AC80-030C94112E67}" destId="{668B43C8-E073-42C7-B329-0E3CCC58EF8B}" srcOrd="2" destOrd="0" presId="urn:microsoft.com/office/officeart/2005/8/layout/vList2"/>
    <dgm:cxn modelId="{0C3E4DB1-81DA-4171-B70F-46D43AB751F4}" type="presParOf" srcId="{2B0BA57B-D975-41AE-AC80-030C94112E67}" destId="{337A3D88-C7FF-4E72-B1AC-FCAB55B5016E}" srcOrd="3" destOrd="0" presId="urn:microsoft.com/office/officeart/2005/8/layout/vList2"/>
    <dgm:cxn modelId="{797FDF94-36DB-4434-B064-4F9682DF9892}" type="presParOf" srcId="{2B0BA57B-D975-41AE-AC80-030C94112E67}" destId="{D5DA7C04-D38C-4A3C-8781-3BEEB1CAA02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043C6-9F95-40A2-9B82-EC28D44D7ABF}">
      <dsp:nvSpPr>
        <dsp:cNvPr id="0" name=""/>
        <dsp:cNvSpPr/>
      </dsp:nvSpPr>
      <dsp:spPr>
        <a:xfrm>
          <a:off x="0" y="4715"/>
          <a:ext cx="4773168" cy="1750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Điểm 0–100 dựa trên dữ liệu</a:t>
          </a:r>
        </a:p>
      </dsp:txBody>
      <dsp:txXfrm>
        <a:off x="85444" y="90159"/>
        <a:ext cx="4602280" cy="1579432"/>
      </dsp:txXfrm>
    </dsp:sp>
    <dsp:sp modelId="{FB1349DC-DB18-4F1A-B38F-D2A12D9A15D0}">
      <dsp:nvSpPr>
        <dsp:cNvPr id="0" name=""/>
        <dsp:cNvSpPr/>
      </dsp:nvSpPr>
      <dsp:spPr>
        <a:xfrm>
          <a:off x="0" y="1881755"/>
          <a:ext cx="4773168" cy="17503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Đánh giá điểm mạnh/yếu</a:t>
          </a:r>
        </a:p>
      </dsp:txBody>
      <dsp:txXfrm>
        <a:off x="85444" y="1967199"/>
        <a:ext cx="4602280" cy="1579432"/>
      </dsp:txXfrm>
    </dsp:sp>
    <dsp:sp modelId="{A43A39D0-DCF9-4ED9-9039-EFE60E43D80F}">
      <dsp:nvSpPr>
        <dsp:cNvPr id="0" name=""/>
        <dsp:cNvSpPr/>
      </dsp:nvSpPr>
      <dsp:spPr>
        <a:xfrm>
          <a:off x="0" y="3758796"/>
          <a:ext cx="4773168" cy="17503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Giúp định hướng lộ trình học</a:t>
          </a:r>
        </a:p>
      </dsp:txBody>
      <dsp:txXfrm>
        <a:off x="85444" y="3844240"/>
        <a:ext cx="4602280" cy="157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99F7D-3DE7-48F9-A2C9-7F8C94723DFE}">
      <dsp:nvSpPr>
        <dsp:cNvPr id="0" name=""/>
        <dsp:cNvSpPr/>
      </dsp:nvSpPr>
      <dsp:spPr>
        <a:xfrm>
          <a:off x="0" y="519600"/>
          <a:ext cx="5175384" cy="10313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Python 3.12</a:t>
          </a:r>
        </a:p>
      </dsp:txBody>
      <dsp:txXfrm>
        <a:off x="50347" y="569947"/>
        <a:ext cx="5074690" cy="930660"/>
      </dsp:txXfrm>
    </dsp:sp>
    <dsp:sp modelId="{4B70AEFF-D3AF-4048-97DB-D284AE3B5D45}">
      <dsp:nvSpPr>
        <dsp:cNvPr id="0" name=""/>
        <dsp:cNvSpPr/>
      </dsp:nvSpPr>
      <dsp:spPr>
        <a:xfrm>
          <a:off x="0" y="1674795"/>
          <a:ext cx="5175384" cy="103135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VS Code + Extensions</a:t>
          </a:r>
        </a:p>
      </dsp:txBody>
      <dsp:txXfrm>
        <a:off x="50347" y="1725142"/>
        <a:ext cx="5074690" cy="930660"/>
      </dsp:txXfrm>
    </dsp:sp>
    <dsp:sp modelId="{B9DD7A01-E7CE-4361-A51D-267D488218F7}">
      <dsp:nvSpPr>
        <dsp:cNvPr id="0" name=""/>
        <dsp:cNvSpPr/>
      </dsp:nvSpPr>
      <dsp:spPr>
        <a:xfrm>
          <a:off x="0" y="2829990"/>
          <a:ext cx="5175384" cy="103135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requirements.txt</a:t>
          </a:r>
        </a:p>
      </dsp:txBody>
      <dsp:txXfrm>
        <a:off x="50347" y="2880337"/>
        <a:ext cx="5074690" cy="930660"/>
      </dsp:txXfrm>
    </dsp:sp>
    <dsp:sp modelId="{72E0B773-BD2F-4B91-A936-27C91AAE874F}">
      <dsp:nvSpPr>
        <dsp:cNvPr id="0" name=""/>
        <dsp:cNvSpPr/>
      </dsp:nvSpPr>
      <dsp:spPr>
        <a:xfrm>
          <a:off x="0" y="3985185"/>
          <a:ext cx="5175384" cy="10313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GitHub</a:t>
          </a:r>
        </a:p>
      </dsp:txBody>
      <dsp:txXfrm>
        <a:off x="50347" y="4035532"/>
        <a:ext cx="5074690" cy="930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FB252-605C-4E37-A450-82CE2623EEA3}">
      <dsp:nvSpPr>
        <dsp:cNvPr id="0" name=""/>
        <dsp:cNvSpPr/>
      </dsp:nvSpPr>
      <dsp:spPr>
        <a:xfrm>
          <a:off x="0" y="15870"/>
          <a:ext cx="517538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Kiểm tra python --version</a:t>
          </a:r>
        </a:p>
      </dsp:txBody>
      <dsp:txXfrm>
        <a:off x="85444" y="101314"/>
        <a:ext cx="5004496" cy="1579432"/>
      </dsp:txXfrm>
    </dsp:sp>
    <dsp:sp modelId="{8FE67C08-D07B-44DF-B5D1-0F44D768ACD0}">
      <dsp:nvSpPr>
        <dsp:cNvPr id="0" name=""/>
        <dsp:cNvSpPr/>
      </dsp:nvSpPr>
      <dsp:spPr>
        <a:xfrm>
          <a:off x="0" y="1892910"/>
          <a:ext cx="5175384" cy="17503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Cài từ python.org</a:t>
          </a:r>
        </a:p>
      </dsp:txBody>
      <dsp:txXfrm>
        <a:off x="85444" y="1978354"/>
        <a:ext cx="5004496" cy="1579432"/>
      </dsp:txXfrm>
    </dsp:sp>
    <dsp:sp modelId="{821C7222-302A-4EE1-BE31-32E8306CC9B0}">
      <dsp:nvSpPr>
        <dsp:cNvPr id="0" name=""/>
        <dsp:cNvSpPr/>
      </dsp:nvSpPr>
      <dsp:spPr>
        <a:xfrm>
          <a:off x="0" y="3769950"/>
          <a:ext cx="5175384" cy="17503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Tick: Add Python to PATH</a:t>
          </a:r>
        </a:p>
      </dsp:txBody>
      <dsp:txXfrm>
        <a:off x="85444" y="3855394"/>
        <a:ext cx="5004496" cy="1579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89E82-52C1-4338-9D66-39CF226453A4}">
      <dsp:nvSpPr>
        <dsp:cNvPr id="0" name=""/>
        <dsp:cNvSpPr/>
      </dsp:nvSpPr>
      <dsp:spPr>
        <a:xfrm>
          <a:off x="0" y="57446"/>
          <a:ext cx="4941945" cy="16309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Tạo venv: python -m venv venv</a:t>
          </a:r>
        </a:p>
      </dsp:txBody>
      <dsp:txXfrm>
        <a:off x="79618" y="137064"/>
        <a:ext cx="4782709" cy="1471744"/>
      </dsp:txXfrm>
    </dsp:sp>
    <dsp:sp modelId="{6B199E24-6D3E-46DA-B2E5-A93297821EAA}">
      <dsp:nvSpPr>
        <dsp:cNvPr id="0" name=""/>
        <dsp:cNvSpPr/>
      </dsp:nvSpPr>
      <dsp:spPr>
        <a:xfrm>
          <a:off x="0" y="1806506"/>
          <a:ext cx="4941945" cy="16309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Activate: venv/Scripts/activate</a:t>
          </a:r>
        </a:p>
      </dsp:txBody>
      <dsp:txXfrm>
        <a:off x="79618" y="1886124"/>
        <a:ext cx="4782709" cy="1471744"/>
      </dsp:txXfrm>
    </dsp:sp>
    <dsp:sp modelId="{2D4622DD-EC14-483B-BFFD-D1BAB2428A3F}">
      <dsp:nvSpPr>
        <dsp:cNvPr id="0" name=""/>
        <dsp:cNvSpPr/>
      </dsp:nvSpPr>
      <dsp:spPr>
        <a:xfrm>
          <a:off x="0" y="3555566"/>
          <a:ext cx="4941945" cy="16309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Lợi ích: tránh xung đột</a:t>
          </a:r>
        </a:p>
      </dsp:txBody>
      <dsp:txXfrm>
        <a:off x="79618" y="3635184"/>
        <a:ext cx="4782709" cy="14717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7CDF1-F0EA-4C3E-8F99-A17A90709744}">
      <dsp:nvSpPr>
        <dsp:cNvPr id="0" name=""/>
        <dsp:cNvSpPr/>
      </dsp:nvSpPr>
      <dsp:spPr>
        <a:xfrm>
          <a:off x="0" y="19490"/>
          <a:ext cx="5175384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Python Extension</a:t>
          </a:r>
        </a:p>
      </dsp:txBody>
      <dsp:txXfrm>
        <a:off x="85326" y="104816"/>
        <a:ext cx="5004732" cy="1577254"/>
      </dsp:txXfrm>
    </dsp:sp>
    <dsp:sp modelId="{9510E4E6-E603-4828-AD46-C778DE5EBD14}">
      <dsp:nvSpPr>
        <dsp:cNvPr id="0" name=""/>
        <dsp:cNvSpPr/>
      </dsp:nvSpPr>
      <dsp:spPr>
        <a:xfrm>
          <a:off x="0" y="1894117"/>
          <a:ext cx="5175384" cy="174790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Pylance</a:t>
          </a:r>
        </a:p>
      </dsp:txBody>
      <dsp:txXfrm>
        <a:off x="85326" y="1979443"/>
        <a:ext cx="5004732" cy="1577254"/>
      </dsp:txXfrm>
    </dsp:sp>
    <dsp:sp modelId="{A42D0A48-B47D-4A99-A60F-BAFAD6AAB11C}">
      <dsp:nvSpPr>
        <dsp:cNvPr id="0" name=""/>
        <dsp:cNvSpPr/>
      </dsp:nvSpPr>
      <dsp:spPr>
        <a:xfrm>
          <a:off x="0" y="3768743"/>
          <a:ext cx="5175384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Chọn đúng interpreter từ venv</a:t>
          </a:r>
        </a:p>
      </dsp:txBody>
      <dsp:txXfrm>
        <a:off x="85326" y="3854069"/>
        <a:ext cx="5004732" cy="15772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94443-EE64-4493-A4FC-CB453B560D31}">
      <dsp:nvSpPr>
        <dsp:cNvPr id="0" name=""/>
        <dsp:cNvSpPr/>
      </dsp:nvSpPr>
      <dsp:spPr>
        <a:xfrm>
          <a:off x="0" y="15870"/>
          <a:ext cx="517538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pip install -r requirements.txt</a:t>
          </a:r>
        </a:p>
      </dsp:txBody>
      <dsp:txXfrm>
        <a:off x="85444" y="101314"/>
        <a:ext cx="5004496" cy="1579432"/>
      </dsp:txXfrm>
    </dsp:sp>
    <dsp:sp modelId="{668B43C8-E073-42C7-B329-0E3CCC58EF8B}">
      <dsp:nvSpPr>
        <dsp:cNvPr id="0" name=""/>
        <dsp:cNvSpPr/>
      </dsp:nvSpPr>
      <dsp:spPr>
        <a:xfrm>
          <a:off x="0" y="1892910"/>
          <a:ext cx="5175384" cy="17503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Kiểm tra pip list</a:t>
          </a:r>
        </a:p>
      </dsp:txBody>
      <dsp:txXfrm>
        <a:off x="85444" y="1978354"/>
        <a:ext cx="5004496" cy="1579432"/>
      </dsp:txXfrm>
    </dsp:sp>
    <dsp:sp modelId="{D5DA7C04-D38C-4A3C-8781-3BEEB1CAA026}">
      <dsp:nvSpPr>
        <dsp:cNvPr id="0" name=""/>
        <dsp:cNvSpPr/>
      </dsp:nvSpPr>
      <dsp:spPr>
        <a:xfrm>
          <a:off x="0" y="2581223"/>
          <a:ext cx="5175384" cy="17503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Flask, Pandas, Sklearn...</a:t>
          </a:r>
        </a:p>
      </dsp:txBody>
      <dsp:txXfrm>
        <a:off x="85444" y="2666667"/>
        <a:ext cx="5004496" cy="1579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3600"/>
              <a:t>Buổi 1 – Giới thiệu Dự án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vi-VN" sz="1900"/>
              <a:t>Nền tảng học tập cá nhân hóa</a:t>
            </a:r>
          </a:p>
          <a:p>
            <a:r>
              <a:rPr lang="vi-VN" sz="1900"/>
              <a:t>AI phân tích điểm số – đưa gợi ý học tập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983BD96-88B6-432D-3CD0-F923D8E11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0722" y="840105"/>
            <a:ext cx="5177790" cy="517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 fontScale="90000"/>
          </a:bodyPr>
          <a:lstStyle/>
          <a:p>
            <a:r>
              <a:rPr lang="vi-VN" sz="4300"/>
              <a:t>Tổng Quan Dự Án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vi-VN" sz="1900" dirty="0"/>
              <a:t>Hệ thống AI phân tích học tập</a:t>
            </a:r>
          </a:p>
          <a:p>
            <a:r>
              <a:rPr lang="vi-VN" sz="1900" dirty="0"/>
              <a:t>Gợi ý môn học phù hợp</a:t>
            </a:r>
          </a:p>
          <a:p>
            <a:r>
              <a:rPr lang="vi-VN" sz="1900" dirty="0"/>
              <a:t>Dashboard theo dõi tiến trình</a:t>
            </a:r>
          </a:p>
        </p:txBody>
      </p:sp>
      <p:pic>
        <p:nvPicPr>
          <p:cNvPr id="4" name="Picture 3" descr="A_dashboard_image_displayed_on_a_computer_monitor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700913"/>
            <a:ext cx="5177790" cy="34561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vi-VN" sz="3500"/>
              <a:t>AI Score là gì?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EBFC9-3123-AAA0-5CC7-6FF9A90E3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74577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vi-VN" sz="4700"/>
              <a:t>Chuẩn Bị Môi Trường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AC615F-694C-724C-6DC0-DEBD2DEB2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59597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vi-VN" sz="4700"/>
              <a:t>Cài Đặt Python 3.12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8C296E-97D1-644F-52CC-945336688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95746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vi-VN" sz="3700"/>
              <a:t>Virtual Environment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89079-97F2-7B66-81A3-986C05BF3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252322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vi-VN" sz="4300"/>
              <a:t>Cài VS Code &amp; Extensions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4B8A29-A72C-C44D-CA6C-3E7B038A6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57842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vi-VN" sz="4700"/>
              <a:t>Cài Đặt Thư Viện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828C64-E78C-345C-F090-F629717CB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40878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hello_project.py</a:t>
            </a:r>
          </a:p>
          <a:p>
            <a:r>
              <a:rPr dirty="0"/>
              <a:t>In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báo</a:t>
            </a:r>
            <a:endParaRPr dirty="0"/>
          </a:p>
          <a:p>
            <a:r>
              <a:rPr dirty="0"/>
              <a:t>Import pandas &amp; </a:t>
            </a:r>
            <a:r>
              <a:rPr dirty="0" err="1"/>
              <a:t>đọc</a:t>
            </a:r>
            <a:r>
              <a:rPr dirty="0"/>
              <a:t>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cài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endParaRPr dirty="0"/>
          </a:p>
          <a:p>
            <a:r>
              <a:rPr dirty="0" err="1"/>
              <a:t>Hiểu</a:t>
            </a:r>
            <a:r>
              <a:rPr dirty="0"/>
              <a:t> AI Score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  <a:p>
            <a:r>
              <a:rPr dirty="0" err="1"/>
              <a:t>Buổi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: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197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Buổi 1 – Giới thiệu Dự án</vt:lpstr>
      <vt:lpstr>Tổng Quan Dự Án</vt:lpstr>
      <vt:lpstr>AI Score là gì?</vt:lpstr>
      <vt:lpstr>Chuẩn Bị Môi Trường</vt:lpstr>
      <vt:lpstr>Cài Đặt Python 3.12</vt:lpstr>
      <vt:lpstr>Virtual Environment</vt:lpstr>
      <vt:lpstr>Cài VS Code &amp; Extensions</vt:lpstr>
      <vt:lpstr>Cài Đặt Thư Viện</vt:lpstr>
      <vt:lpstr>Thực Hành Python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Nhat Bao 20241661E</cp:lastModifiedBy>
  <cp:revision>4</cp:revision>
  <dcterms:created xsi:type="dcterms:W3CDTF">2013-01-27T09:14:16Z</dcterms:created>
  <dcterms:modified xsi:type="dcterms:W3CDTF">2025-11-20T13:58:58Z</dcterms:modified>
  <cp:category/>
</cp:coreProperties>
</file>